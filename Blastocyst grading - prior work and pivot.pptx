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update: we checked whether the dataset is already solved. It largely is, for accuracy. Proposal: pivot to a question nobody has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all 26 papers citing the dataset were screened via Semantic Scholar. MDMBG-Net and BM-DINO are paywalled; their split is not yet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1-2 point improvement on 300 images is not a defensible claim, and the labels themselves disagree at that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Self-supervised pretraining on the test images is still leakage for benchmarking purposes.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caption dataset describes Gardner grades in words, from EmbryoScope images — a different clinic and microscope than the Kromp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Leakage-free evaluation becomes a supporting experiment inside both tracks, not the headline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MDMBG-Net, BM-DINO and MFT-Embryo are paywalled — architecture details come from their abstracts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= frozen BiomedCLIP + three linear heads, cross-entropy. Encoder swaps (BMCA-CLIP, DINOv2), ordinal loss and imbalance correction are then measured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1051560"/>
            <a:ext cx="2834640" cy="28346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60920" y="1691640"/>
            <a:ext cx="1554480" cy="1554480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Gardner grading on the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Kromp blastocyst dataset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F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solved, why accuracy is the wrong target,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F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pivot to language-supervised grading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ALREADY BEEN DONE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already grade this dataset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777240"/>
                <a:gridCol w="777240"/>
                <a:gridCol w="777240"/>
                <a:gridCol w="1234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Kromp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(dataset paper)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Xception / Swin per 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Embryo2live 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Vision-transformer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MDMBG-Net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+ class-balanced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BM-DINO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DINOv2, last 4 blocks + region masks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MFT-Embryo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 CNN–Transformer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experts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11-embryologist consensus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beat the expert consensus on all three grades. Our planned baseline — one encoder, three heads, imbalance loss — is essentially MDMBG-Net.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IS A DEAD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gains here cannot be measured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96896" cy="1463040"/>
          </a:xfrm>
          <a:prstGeom prst="roundRect">
            <a:avLst>
              <a:gd name="adj" fmla="val 5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426464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396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the test set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140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2-point gain = 6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1325880"/>
            <a:ext cx="2596896" cy="1463040"/>
          </a:xfrm>
          <a:prstGeom prst="roundRect">
            <a:avLst>
              <a:gd name="adj" fmla="val 5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73552" y="1426464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±5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1396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noise (95% CI)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4140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vanish into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1325880"/>
            <a:ext cx="2596896" cy="1463040"/>
          </a:xfrm>
          <a:prstGeom prst="roundRect">
            <a:avLst>
              <a:gd name="adj" fmla="val 5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89904" y="1426464"/>
            <a:ext cx="2596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70–78%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21396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agreement ceiling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24140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 already there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designs are taken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+ imbalance loss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MDMBG-Net (2026)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3950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ViT + partial fine-tuning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950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BM-DINO (2025)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 IS DISQUALIFIED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 cannot be evaluated on this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“two public datasets were incorporated: … 2344 blastocyst images from clinics across Europe”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408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FEMI, Nature Communications 2025 — Methods, p11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77840" y="132588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B843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15000" y="1463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300 test</a:t>
            </a:r>
            <a:endParaRPr lang="en-US" sz="18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were in</a:t>
            </a:r>
            <a:endParaRPr lang="en-US" sz="18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FEMI's pretraining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9809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FEMI score on the official test set is inflated by pretraining exposure — it has already seen the answers' images.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52958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separate from, and adds to, the practical problems the stage-prediction work hit with FEMI.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51376"/>
            <a:ext cx="146304" cy="146304"/>
          </a:xfrm>
          <a:prstGeom prst="ellipse">
            <a:avLst/>
          </a:prstGeom>
          <a:solidFill>
            <a:srgbClr val="5A6B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0782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FEMI is a ViT masked autoencoder, not DINOv2 — worth confirming which model that work actually used.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NOBODY HAS FILLED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nobody has answered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05072" cy="1389888"/>
          </a:xfrm>
          <a:prstGeom prst="roundRect">
            <a:avLst>
              <a:gd name="adj" fmla="val 526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5453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vision-language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002536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26 citing papers uses BiomedCLIP, BMCA-CLIP or any CLIP-style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1325880"/>
            <a:ext cx="4005072" cy="1389888"/>
          </a:xfrm>
          <a:prstGeom prst="roundRect">
            <a:avLst>
              <a:gd name="adj" fmla="val 526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152704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82896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5453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leakage unexamined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002536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patient IDs appear in both the official train and test splits.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4005072" cy="1389888"/>
          </a:xfrm>
          <a:prstGeom prst="roundRect">
            <a:avLst>
              <a:gd name="adj" fmla="val 526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0998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1181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efficiency unmeasured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3575304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reports how many labels expert-level grading actually needs.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2898648"/>
            <a:ext cx="4005072" cy="1389888"/>
          </a:xfrm>
          <a:prstGeom prst="roundRect">
            <a:avLst>
              <a:gd name="adj" fmla="val 526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82896" y="30998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828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1181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disagreement unused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901184" y="3575304"/>
            <a:ext cx="3584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annotator agreement ships with the gold set and is ignored.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1 and 4 are where we have data nobody else is using: 1,100 expert captions from a second clinic, and per-image agreement scores.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PIVOT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grading with language, not more labels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250" dirty="0">
                <a:solidFill>
                  <a:srgbClr val="BF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grading model and beat the published numbers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4005072" cy="2487168"/>
          </a:xfrm>
          <a:prstGeom prst="roundRect">
            <a:avLst>
              <a:gd name="adj" fmla="val 2941"/>
            </a:avLst>
          </a:prstGeom>
          <a:solidFill>
            <a:srgbClr val="13383D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71907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Taught by language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249424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biomedical VLM on ~200 expert captions that state Gardner grades in words, then grade Kromp images with 0 / 10 / 50 / 200 labels.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200400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dataset paper's own problem: adapting to a new clinic that has images and expert talk, but no labels.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1517904"/>
            <a:ext cx="4005072" cy="2487168"/>
          </a:xfrm>
          <a:prstGeom prst="roundRect">
            <a:avLst>
              <a:gd name="adj" fmla="val 2941"/>
            </a:avLst>
          </a:prstGeom>
          <a:solidFill>
            <a:srgbClr val="1338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71907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0118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uncertainty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2249424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grade, a sentence, and a confidence — then test whether the model hesitates on the images where the 11 embryologists disagreed.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3200400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stops at heatmaps. This measures whether the doubt is real, which is what a borderline embryo needs.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879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unanswered by MDMBG-Net, BM-DINO and Embryo2live — and a negative result still counts: "VLMs do not beat supervised CNNs here" is a finding.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OF PRIOR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published models are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D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Kromp 2023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276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38988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/ DeiT / Swin — a separate model per grade. 224×224×3, ImageNet init, Adam, SWA-Gaussian averaging.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Embryo2live 2024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3408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10312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backbone per task: ResNeXt50 for EXP + ICM, ViT-B/16 for TE. Small MLP heads (64 → 1), attention-rollout maps.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D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7980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MDMBG-Net 2026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0540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only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281635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representation, multi-task heads for all three grades, class-balanced loss. Backbone not named.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5112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BM-DINO 2025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7673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only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352958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backbone, last 4 blocks fine-tuned. Auto-generated region masks drive ROI pooling + a mask-encoder CNN.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DF6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4224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MFT-Embryo 2026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4805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only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424281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CNN–Transformer with multi-scale patch embedding and local self-attention.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report a shared encoder across grades; none uses text.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baseline, then two additions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35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image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282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× 384 PNG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86584" y="1673352"/>
            <a:ext cx="164592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132588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97480" y="1435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 + resize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7282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pad, bicubic 224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5424" y="1673352"/>
            <a:ext cx="164592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32588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1435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BiomedCLIP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282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ViT-B/16, frozen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84264" y="1673352"/>
            <a:ext cx="164592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3720" y="132588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95160" y="14356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heads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7282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5 · ICM 3 · TE 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Rule, not learned: if EXP is grade 1–2 then ICM and TE are ND — true in 100% of training images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4005072" cy="1207008"/>
          </a:xfrm>
          <a:prstGeom prst="roundRect">
            <a:avLst>
              <a:gd name="adj" fmla="val 6061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287121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Caption-supervised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text encoder on ~200 expert captions that state Gardner grades in words, then grade with 0–200 labels.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81728" y="2697480"/>
            <a:ext cx="4005072" cy="1207008"/>
          </a:xfrm>
          <a:prstGeom prst="roundRect">
            <a:avLst>
              <a:gd name="adj" fmla="val 6061"/>
            </a:avLst>
          </a:prstGeom>
          <a:solidFill>
            <a:srgbClr val="EDF6F6"/>
          </a:solidFill>
          <a:ln/>
          <a:effectLst>
            <a:outerShdw sx="100000" sy="100000" kx="0" ky="0" algn="bl" rotWithShape="0" blurRad="101600" dist="25400" dir="5400000">
              <a:srgbClr val="9AB4B7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82896" y="2871216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82896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40096" y="2889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output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901184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confidence and a sentence per prediction; test against per-image annotator agreement.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here: same encoder the lab already uses, only the heads train (2,044 images), and it is the one design prior work has not tried.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reported on both the official split and a patient-level split (2,044 → 1,415 training images).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Blastocyst grading: prior work and pivot</dc:title>
  <dc:subject>PptxGenJS Presentation</dc:subject>
  <dc:creator>Lab Research</dc:creator>
  <cp:lastModifiedBy>Lab Research</cp:lastModifiedBy>
  <cp:revision>1</cp:revision>
  <dcterms:created xsi:type="dcterms:W3CDTF">2026-09-23T16:55:25Z</dcterms:created>
  <dcterms:modified xsi:type="dcterms:W3CDTF">2026-09-23T16:55:25Z</dcterms:modified>
</cp:coreProperties>
</file>